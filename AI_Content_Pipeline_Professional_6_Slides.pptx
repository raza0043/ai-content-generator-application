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/>
            </a:pPr>
            <a:r>
              <a:t>AI CONTENT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488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t>Multi-Agent AI Content Generation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/>
            </a:pPr>
            <a:r>
              <a:t>One Topic → Research → Blog → Social Media →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/>
            </a:pPr>
            <a:r>
              <a:t>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/>
            </a:pPr>
            <a:r>
              <a:t>Muhammad Ali  •  Talha Ahmed Qureshi  •  Syed Raza  •  Abdullah Haroon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Creating quality content usually requires several separate steps.</a:t>
            </a:r>
          </a:p>
          <a:p>
            <a:pPr>
              <a:spcAft>
                <a:spcPts val="1400"/>
              </a:spcAft>
              <a:defRPr sz="2100"/>
            </a:pPr>
            <a:r>
              <a:t>Research, writing, social media, and SEO take time when done manually.</a:t>
            </a:r>
          </a:p>
          <a:p>
            <a:pPr>
              <a:spcAft>
                <a:spcPts val="1400"/>
              </a:spcAft>
              <a:defRPr sz="2100"/>
            </a:pPr>
            <a:r>
              <a:t>Our solution combines these tasks into one AI-powered workflow.</a:t>
            </a:r>
          </a:p>
          <a:p>
            <a:pPr>
              <a:spcAft>
                <a:spcPts val="1400"/>
              </a:spcAft>
              <a:defRPr sz="2100"/>
            </a:pPr>
            <a:r>
              <a:t>The user only enters a topic and the system generates a complete content package.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How the AI Content Pipeline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Four specialized AI agents work in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25603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01</a:t>
            </a:r>
          </a:p>
          <a:p>
            <a:pPr algn="ctr">
              <a:defRPr sz="1800" b="1"/>
            </a:pPr>
            <a:r>
              <a:t>Research Agent</a:t>
            </a:r>
          </a:p>
          <a:p>
            <a:pPr algn="ctr">
              <a:defRPr sz="1300"/>
            </a:pPr>
            <a:r>
              <a:t>Finds insights, facts, trends and audience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5603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02</a:t>
            </a:r>
          </a:p>
          <a:p>
            <a:pPr algn="ctr">
              <a:defRPr sz="1800" b="1"/>
            </a:pPr>
            <a:r>
              <a:t>Blog Writer</a:t>
            </a:r>
          </a:p>
          <a:p>
            <a:pPr algn="ctr">
              <a:defRPr sz="1300"/>
            </a:pPr>
            <a:r>
              <a:t>Creates a structured 800–1200 word blog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25603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03</a:t>
            </a:r>
          </a:p>
          <a:p>
            <a:pPr algn="ctr">
              <a:defRPr sz="1800" b="1"/>
            </a:pPr>
            <a:r>
              <a:t>Social Media</a:t>
            </a:r>
          </a:p>
          <a:p>
            <a:pPr algn="ctr">
              <a:defRPr sz="1300"/>
            </a:pPr>
            <a:r>
              <a:t>Creates content for X, LinkedIn and Instagram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645920"/>
            <a:ext cx="25603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04</a:t>
            </a:r>
          </a:p>
          <a:p>
            <a:pPr algn="ctr">
              <a:defRPr sz="1800" b="1"/>
            </a:pPr>
            <a:r>
              <a:t>SEO Optimizer</a:t>
            </a:r>
          </a:p>
          <a:p>
            <a:pPr algn="ctr">
              <a:defRPr sz="1300"/>
            </a:pPr>
            <a:r>
              <a:t>Generates keywords, metadata and SEO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Simple topic-based input and one-click content generation.</a:t>
            </a:r>
          </a:p>
          <a:p>
            <a:pPr>
              <a:spcAft>
                <a:spcPts val="1400"/>
              </a:spcAft>
              <a:defRPr sz="1900"/>
            </a:pPr>
            <a:r>
              <a:t>Live progress and status for every AI agent.</a:t>
            </a:r>
          </a:p>
          <a:p>
            <a:pPr>
              <a:spcAft>
                <a:spcPts val="1400"/>
              </a:spcAft>
              <a:defRPr sz="1900"/>
            </a:pPr>
            <a:r>
              <a:t>Separate tabs for Research, Blog, Social Media and SEO.</a:t>
            </a:r>
          </a:p>
          <a:p>
            <a:pPr>
              <a:spcAft>
                <a:spcPts val="1400"/>
              </a:spcAft>
              <a:defRPr sz="1900"/>
            </a:pPr>
            <a:r>
              <a:t>Automatic API retry and model fallback for supported failures.</a:t>
            </a:r>
          </a:p>
          <a:p>
            <a:pPr>
              <a:spcAft>
                <a:spcPts val="1400"/>
              </a:spcAft>
              <a:defRPr sz="1900"/>
            </a:pPr>
            <a:r>
              <a:t>Copy all generated content or download it as a TXT file.</a:t>
            </a:r>
          </a:p>
          <a:p>
            <a:pPr>
              <a:spcAft>
                <a:spcPts val="1400"/>
              </a:spcAft>
              <a:defRPr sz="1900"/>
            </a:pPr>
            <a:r>
              <a:t>Modern dark-themed interface with a clean, easy-to-use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Technology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HTML5, CSS3 &amp; JavaScript</a:t>
            </a:r>
          </a:p>
          <a:p>
            <a:pPr>
              <a:spcAft>
                <a:spcPts val="1400"/>
              </a:spcAft>
              <a:defRPr sz="1800"/>
            </a:pPr>
            <a:r>
              <a:t>Google Gemini API</a:t>
            </a:r>
          </a:p>
          <a:p>
            <a:pPr>
              <a:spcAft>
                <a:spcPts val="1400"/>
              </a:spcAft>
              <a:defRPr sz="1800"/>
            </a:pPr>
            <a:r>
              <a:t>Multi-Agent JavaScript Architecture</a:t>
            </a:r>
          </a:p>
          <a:p>
            <a:pPr>
              <a:spcAft>
                <a:spcPts val="1400"/>
              </a:spcAft>
              <a:defRPr sz="1800"/>
            </a:pPr>
            <a:r>
              <a:t>GitHub Pages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Saves content creation time</a:t>
            </a:r>
          </a:p>
          <a:p>
            <a:pPr>
              <a:spcAft>
                <a:spcPts val="1400"/>
              </a:spcAft>
              <a:defRPr sz="1800"/>
            </a:pPr>
            <a:r>
              <a:t>Maintains context between stages</a:t>
            </a:r>
          </a:p>
          <a:p>
            <a:pPr>
              <a:spcAft>
                <a:spcPts val="1400"/>
              </a:spcAft>
              <a:defRPr sz="1800"/>
            </a:pPr>
            <a:r>
              <a:t>Produces multiple content formats</a:t>
            </a:r>
          </a:p>
          <a:p>
            <a:pPr>
              <a:spcAft>
                <a:spcPts val="1400"/>
              </a:spcAft>
              <a:defRPr sz="1800"/>
            </a:pPr>
            <a:r>
              <a:t>Useful for marketing, blogging and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Team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1. Muhammad Ali — Team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2. Talha Ahmed Qureshi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3. Syed Raza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4. Abdullah Haroon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• Secure 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• User accounts &amp; content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• PDF / DOCX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• Fact verification &amp;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• Content publishing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715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/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